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gsU09Nf4ivtUexQzdBv1lcTSg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93C29-7E87-4271-8577-F0C74F9B1C20}">
  <a:tblStyle styleId="{15B93C29-7E87-4271-8577-F0C74F9B1C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7FB5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3200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WIPRO NGA Program _26SUB0726_JAVA J2EE INTEGRATION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 Project Presentation – 23rd June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36576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Title: 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9A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E9A8"/>
                </a:solidFill>
                <a:latin typeface="Calibri"/>
                <a:ea typeface="Calibri"/>
                <a:cs typeface="Calibri"/>
                <a:sym typeface="Calibri"/>
              </a:rPr>
              <a:t>Courier Tracking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66344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 -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70249-Dharshan K 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70228-Rohith Varma 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www.rpsconsulting.in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1188720"/>
            <a:ext cx="105156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Project Overview &amp; Problem Statement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Database Design (ER Model)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Modules &amp; Features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Security Implementation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REST API Endpoints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Application Walkthrough (UI)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Challenges &amp; Learnings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Conclusion &amp; Q&amp;A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WHAT IS THE COURIER TRACKING SYSTEM?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48640" y="1463040"/>
            <a:ext cx="106070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web-based Spring Boot application to manage end-to-end courier operations — from customer registration to parcel booking, shipment dispatch and live tracking updates.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Built using Java 17, Spring Boot 3.5, Spring Security, Spring Data JPA, MySQL and Thymeleaf.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Provides both a browser-based UI (for staff/admin) and a secured REST API (for integration &amp; automation).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Designed around four core entities: Customer, Parcel, Shipment and Tracking Update — connected in a clear, traceable workflow.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1051560"/>
            <a:ext cx="5394960" cy="4572000"/>
          </a:xfrm>
          <a:prstGeom prst="roundRect">
            <a:avLst>
              <a:gd fmla="val 1600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77240" y="1691640"/>
            <a:ext cx="48463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Manual courier logging is error-prone and hard to scale.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single system to track a parcel's full journey.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Difficult to control who can create, edit or delete records.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Customers/staff lack a quick way to search shipment status.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63640" y="1051560"/>
            <a:ext cx="5394960" cy="4572000"/>
          </a:xfrm>
          <a:prstGeom prst="roundRect">
            <a:avLst>
              <a:gd fmla="val 1600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Our Objectives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537960" y="1691640"/>
            <a:ext cx="48463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 a centralized system for customers, parcels, shipments &amp; tracking updates.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Enforce role-based access (ADMIN vs USER) using Spring Security.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Expose clean REST APIs documented via Swagger/OpenAPI.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Provide a searchable, user-friendly Thymeleaf-based UI.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2920" y="1143000"/>
            <a:ext cx="2697480" cy="4480560"/>
          </a:xfrm>
          <a:prstGeom prst="roundRect">
            <a:avLst>
              <a:gd fmla="val 2712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67512" y="132588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67512" y="1828800"/>
            <a:ext cx="236829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Java 17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Boot 3.5.x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MVC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Data JPA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337560" y="1143000"/>
            <a:ext cx="2697480" cy="4480560"/>
          </a:xfrm>
          <a:prstGeom prst="roundRect">
            <a:avLst>
              <a:gd fmla="val 2712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502152" y="132588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502152" y="1828800"/>
            <a:ext cx="236829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Security 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BCrypt Password Encoding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Role-based Access (ADMIN/USER)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72200" y="1143000"/>
            <a:ext cx="2697480" cy="4480560"/>
          </a:xfrm>
          <a:prstGeom prst="roundRect">
            <a:avLst>
              <a:gd fmla="val 2712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336792" y="132588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336792" y="1828800"/>
            <a:ext cx="236829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Thymeleaf Templates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HTML5 / CSS3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Security Thymeleaf Extras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006840" y="1143000"/>
            <a:ext cx="2697480" cy="4480560"/>
          </a:xfrm>
          <a:prstGeom prst="roundRect">
            <a:avLst>
              <a:gd fmla="val 2712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9171432" y="132588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Data &amp; Tools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171432" y="1828800"/>
            <a:ext cx="236829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MySQL Database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Lombok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Springdoc OpenAPI (Swagger UI)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LAYERED SPRING BOOT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97280" y="1554480"/>
            <a:ext cx="9966960" cy="713232"/>
          </a:xfrm>
          <a:prstGeom prst="roundRect">
            <a:avLst>
              <a:gd fmla="val 769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1371600" y="1554480"/>
            <a:ext cx="9418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Presentation Layer  —  </a:t>
            </a: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Thymeleaf UI Controllers + REST Controllers (/api/**)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097280" y="2423160"/>
            <a:ext cx="9966960" cy="713232"/>
          </a:xfrm>
          <a:prstGeom prst="roundRect">
            <a:avLst>
              <a:gd fmla="val 7692" name="adj"/>
            </a:avLst>
          </a:prstGeom>
          <a:solidFill>
            <a:srgbClr val="E9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371600" y="2423160"/>
            <a:ext cx="9418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Security Layer  —  </a:t>
            </a: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Security filter chain, role-based authorization, BCrypt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97280" y="3291840"/>
            <a:ext cx="9966960" cy="713232"/>
          </a:xfrm>
          <a:prstGeom prst="roundRect">
            <a:avLst>
              <a:gd fmla="val 769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371600" y="3291840"/>
            <a:ext cx="9418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Service Layer  —  </a:t>
            </a: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Business logic — CustomerService, ParcelService, ShipmentService, TrackingUpdateService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97280" y="4160520"/>
            <a:ext cx="9966960" cy="713232"/>
          </a:xfrm>
          <a:prstGeom prst="roundRect">
            <a:avLst>
              <a:gd fmla="val 7692" name="adj"/>
            </a:avLst>
          </a:prstGeom>
          <a:solidFill>
            <a:srgbClr val="E9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371600" y="4160520"/>
            <a:ext cx="9418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Repository Layer  —  </a:t>
            </a: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Spring Data JPA repositories for each entity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97280" y="5029200"/>
            <a:ext cx="9966960" cy="713232"/>
          </a:xfrm>
          <a:prstGeom prst="roundRect">
            <a:avLst>
              <a:gd fmla="val 769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371600" y="5029200"/>
            <a:ext cx="9418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Database Layer  —  </a:t>
            </a: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MySQL — Customer, Parcel, Shipment, TrackingUpdate, AppUser tables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Database Design — Core Entities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1143000"/>
            <a:ext cx="11201400" cy="1005840"/>
          </a:xfrm>
          <a:prstGeom prst="roundRect">
            <a:avLst>
              <a:gd fmla="val 6364" name="adj"/>
            </a:avLst>
          </a:prstGeom>
          <a:solidFill>
            <a:srgbClr val="F4F8FB"/>
          </a:solidFill>
          <a:ln>
            <a:noFill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7724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77240" y="1618488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customerId, customerName, email, phone, address, appUser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2286000"/>
            <a:ext cx="11201400" cy="1005840"/>
          </a:xfrm>
          <a:prstGeom prst="roundRect">
            <a:avLst>
              <a:gd fmla="val 6364" name="adj"/>
            </a:avLst>
          </a:prstGeom>
          <a:solidFill>
            <a:srgbClr val="F4F8FB"/>
          </a:solidFill>
          <a:ln>
            <a:noFill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77724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Parcel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77240" y="2761488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parcelId, receiverPhone, weight, sourceAddress, destinationAddress, bookingDate, customer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2920" y="3429000"/>
            <a:ext cx="11201400" cy="1005840"/>
          </a:xfrm>
          <a:prstGeom prst="roundRect">
            <a:avLst>
              <a:gd fmla="val 6364" name="adj"/>
            </a:avLst>
          </a:prstGeom>
          <a:solidFill>
            <a:srgbClr val="F4F8FB"/>
          </a:solidFill>
          <a:ln>
            <a:noFill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77240" y="3520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Shipment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77240" y="3904488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shipmentId, trackingNumber, shipmentDate, currentLocation, estimatedDeliveryDate, parcel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4572000"/>
            <a:ext cx="11201400" cy="1005840"/>
          </a:xfrm>
          <a:prstGeom prst="roundRect">
            <a:avLst>
              <a:gd fmla="val 6364" name="adj"/>
            </a:avLst>
          </a:prstGeom>
          <a:solidFill>
            <a:srgbClr val="F4F8FB"/>
          </a:solidFill>
          <a:ln>
            <a:noFill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TrackingUpdate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77240" y="5047488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updateId, deliveryStatus, location, remarks, createdAt, shipment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Relationship flow:  Customer (1) → Parcel (M) → Shipment (1) → TrackingUpdate (M)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Key Modules &amp; Features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1143000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731520" y="128016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Customer Management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31520" y="1709928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Create, view, edit, delete customers (Admin only). Linked to user accounts.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172200" y="1143000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400800" y="128016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Parcel Booking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0" y="1709928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Book parcels with sender/receiver details, weight, source &amp; destination, linked to a customer.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02920" y="2953512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31520" y="3090672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Shipment Tracking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31520" y="3520440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Generate unique tracking numbers, set current location, monitor estimated delivery.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172200" y="2953512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400800" y="3090672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Tracking Updates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400800" y="3520440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Add timestamped status updates (location, remarks, delivery status) per shipment.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4764024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31520" y="4901184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31520" y="5330952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Quick search across shipments/parcels for any authenticated user.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172200" y="4764024"/>
            <a:ext cx="5440680" cy="1627632"/>
          </a:xfrm>
          <a:prstGeom prst="roundRect">
            <a:avLst>
              <a:gd fmla="val 4494" name="adj"/>
            </a:avLst>
          </a:prstGeom>
          <a:solidFill>
            <a:srgbClr val="F4F8FB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400800" y="4901184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Authentication &amp; Profile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400800" y="5330952"/>
            <a:ext cx="4983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Self-registration, login, role-based dashboard and profile management.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Security Implementation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SPRING SECURITY — ROLE-BASED ACCESS CONTROL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48640" y="1508760"/>
            <a:ext cx="106070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BCryptPasswordEncoder used for secure password hashing.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Custom UserDetailsService (CustomUserDetailsService) loads users from the AppUser entity.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Form-based login at /login with a dedicated success URL and secure logout (session invalidation, cookie clearing).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ADMIN-only access: Customer management, Shipment/Tracking creation &amp; deletion, all /api/** REST endpoints.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USER + ADMIN access: Dashboard, Profile, Parcel booking, Shipment &amp; Tracking viewing, Search.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Public endpoints: /login, /register, static resources, Swagger UI, Actuator health checks.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REST API Endpoints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0"/>
          <p:cNvGraphicFramePr/>
          <p:nvPr/>
        </p:nvGraphicFramePr>
        <p:xfrm>
          <a:off x="5029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{15B93C29-7E87-4271-8577-F0C74F9B1C20}</a:tableStyleId>
              </a:tblPr>
              <a:tblGrid>
                <a:gridCol w="2194550"/>
                <a:gridCol w="6492250"/>
                <a:gridCol w="25146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Module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Methods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Customer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/api/customers/addCust, /getAll, /{id}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POST, GET, PUT, DELETE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Parcel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/api/parcels/addParcel, /getAll, /{id}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POST, GET, PUT, DELETE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Shipment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/api/shipments/addShipment/{parcelId}, /getAll, /tracking/{no}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POST, GET, PUT, DELETE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Tracking Update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/api/shipments/{shipmentId}/tracking-updates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POST, GET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0"/>
          <p:cNvSpPr/>
          <p:nvPr/>
        </p:nvSpPr>
        <p:spPr>
          <a:xfrm>
            <a:off x="502920" y="525780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All API routes are secured (ADMIN role) and documented via Swagger UI (/swagger-ui/index.html).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Application Walkthrough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THYMELEAF-BASED USER INTERFACE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48640" y="1508760"/>
            <a:ext cx="106070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Login / Registration pages with form validation.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Role-based Dashboard — different views for ADMIN and USER.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Customer list, add, edit &amp; delete screens (Admin).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Parcel booking form linked to a customer, with listing &amp; detail views.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Shipment creation from a parcel, with tracking number auto-generation.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Tracking update timeline per shipment with status &amp; remarks.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Global search bar and a custom access-denied / error page.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Challenges &amp; Learnings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02920" y="1051560"/>
            <a:ext cx="5394960" cy="4572000"/>
          </a:xfrm>
          <a:prstGeom prst="roundRect">
            <a:avLst>
              <a:gd fmla="val 1600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777240" y="1691640"/>
            <a:ext cx="48463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Designing correct entity relationships (Customer→Parcel→Shipment→TrackingUpdate).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Configuring fine-grained, role-based URL security.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Keeping REST APIs and UI controllers cleanly separated.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Generating unique, readable tracking numbers.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263640" y="1051560"/>
            <a:ext cx="5394960" cy="4572000"/>
          </a:xfrm>
          <a:prstGeom prst="roundRect">
            <a:avLst>
              <a:gd fmla="val 1600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F4C75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537960" y="1691640"/>
            <a:ext cx="48463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Hands-on experience with Spring Boot layered architecture.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Practical understanding of Spring Security &amp; RBAC.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API documentation using Springdoc OpenAPI/Swagger.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Building maintainable Thymeleaf-driven full-stack apps.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48640" y="118872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SMS/Email notifications on shipment status change.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Customer-facing tracking portal without login (public tracking by number).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Real-time tracking using GPS/location APIs.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Admin analytics dashboard — delivery performance, delays, volumes.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Migrate REST APIs to JWT-based stateless authentication.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Dockerize the application for easier deployment.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B7FB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548640" y="1280160"/>
            <a:ext cx="106070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Courier Tracking System successfully delivers an end-to-end parcel management solution using Spring Boot.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Combines a secure REST API with an intuitive Thymeleaf UI under one role-based application.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Demonstrates practical use of Spring Data JPA, Spring Security, and clean layered architecture.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strong foundation that can be extended with notifications, analytics and real-time tracking.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320040" y="63550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B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B7FB5"/>
                </a:solidFill>
                <a:latin typeface="Arial"/>
                <a:ea typeface="Arial"/>
                <a:cs typeface="Arial"/>
                <a:sym typeface="Arial"/>
              </a:rPr>
              <a:t>RPS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320040" y="6583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i="1" lang="en-US" sz="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learn..evolve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7342632" y="6446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2026 - RPS Consulting all rights reserved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7FB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48640" y="4206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Dharshan K 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Rohith Varma 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www.rpsconsulting.in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2026-06-22T16:11:13Z</dcterms:created>
  <dc:creator>Dharshan K S &amp; Rohith Varma K</dc:creator>
</cp:coreProperties>
</file>